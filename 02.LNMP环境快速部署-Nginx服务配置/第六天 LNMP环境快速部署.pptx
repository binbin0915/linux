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3" r:id="rId3"/>
    <p:sldId id="306" r:id="rId4"/>
    <p:sldId id="316" r:id="rId5"/>
    <p:sldId id="483" r:id="rId6"/>
    <p:sldId id="304" r:id="rId7"/>
    <p:sldId id="305" r:id="rId8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313"/>
            <p14:sldId id="306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83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5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8900" dirty="0"/>
              <a:t>LNMP</a:t>
            </a:r>
            <a:r>
              <a:rPr lang="zh-CN" altLang="en-US" sz="8900" dirty="0"/>
              <a:t>环境快速部署</a:t>
            </a:r>
            <a:endParaRPr lang="zh-CN" altLang="en-US" sz="8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LNMP</a:t>
            </a:r>
            <a:r>
              <a:rPr lang="zh-CN" altLang="en-US" dirty="0" smtClean="0"/>
              <a:t>环境快速部署 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LNMP</a:t>
            </a:r>
            <a:r>
              <a:rPr lang="zh-CN" altLang="en-US" dirty="0" smtClean="0"/>
              <a:t>环境快速部署</a:t>
            </a:r>
            <a:endParaRPr lang="zh-CN" altLang="en-US" dirty="0" smtClean="0"/>
          </a:p>
          <a:p>
            <a:r>
              <a:rPr lang="en-US" altLang="zh-CN" dirty="0" smtClean="0"/>
              <a:t>Nginx</a:t>
            </a:r>
            <a:r>
              <a:rPr lang="zh-CN" altLang="en-US" dirty="0" smtClean="0"/>
              <a:t>服务配置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LNMP</a:t>
            </a:r>
            <a:r>
              <a:rPr lang="zh-CN" altLang="en-US" dirty="0" smtClean="0">
                <a:sym typeface="+mn-ea"/>
              </a:rPr>
              <a:t>环境快速部署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LNMP</a:t>
            </a:r>
            <a:r>
              <a:rPr lang="zh-CN" altLang="en-US" dirty="0" smtClean="0">
                <a:sym typeface="+mn-ea"/>
              </a:rPr>
              <a:t>环境快速部署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LNMP</a:t>
            </a:r>
            <a:r>
              <a:rPr lang="zh-CN" altLang="en-US" dirty="0" smtClean="0">
                <a:sym typeface="+mn-ea"/>
              </a:rPr>
              <a:t>环境快速部署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Nginx</a:t>
            </a:r>
            <a:r>
              <a:rPr lang="zh-CN" altLang="en-US" dirty="0" smtClean="0">
                <a:sym typeface="+mn-ea"/>
              </a:rPr>
              <a:t>服务配置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网络应用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LNMP</a:t>
            </a:r>
            <a:r>
              <a:rPr lang="zh-CN" altLang="en-US" dirty="0" smtClean="0"/>
              <a:t>环境快速部署。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LNMP</a:t>
            </a:r>
            <a:r>
              <a:rPr lang="zh-CN" altLang="en-US" dirty="0" smtClean="0">
                <a:sym typeface="+mn-ea"/>
              </a:rPr>
              <a:t>环境快速部署</a:t>
            </a:r>
            <a:endParaRPr lang="zh-CN" altLang="en-US" dirty="0" smtClean="0">
              <a:sym typeface="+mn-ea"/>
            </a:endParaRPr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Nginx</a:t>
            </a:r>
            <a:r>
              <a:rPr lang="zh-CN" altLang="en-US" dirty="0" smtClean="0">
                <a:sym typeface="+mn-ea"/>
              </a:rPr>
              <a:t>服务配置</a:t>
            </a:r>
            <a:endParaRPr lang="zh-CN" altLang="en-US" dirty="0" smtClean="0">
              <a:sym typeface="+mn-ea"/>
            </a:endParaRPr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196</Words>
  <Application>WPS 演示</Application>
  <PresentationFormat>自定义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LNMP环境快速部署</vt:lpstr>
      <vt:lpstr>LNMP环境快速部署 — 课程概要</vt:lpstr>
      <vt:lpstr>LNMP环境快速部署</vt:lpstr>
      <vt:lpstr>LNMP环境快速部署</vt:lpstr>
      <vt:lpstr>Linux网络应用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265</cp:revision>
  <dcterms:created xsi:type="dcterms:W3CDTF">2015-03-23T11:35:00Z</dcterms:created>
  <dcterms:modified xsi:type="dcterms:W3CDTF">2017-06-21T01:18:12Z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